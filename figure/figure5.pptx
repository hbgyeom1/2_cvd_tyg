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961542" y="3891332"/>
                  </a:lnTo>
                  <a:lnTo>
                    <a:pt x="4009356" y="1980329"/>
                  </a:lnTo>
                  <a:lnTo>
                    <a:pt x="6187603" y="690251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712505" y="3410782"/>
                  </a:lnTo>
                  <a:lnTo>
                    <a:pt x="3826403" y="1436481"/>
                  </a:lnTo>
                  <a:lnTo>
                    <a:pt x="6182241" y="345341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024629" y="4097589"/>
                  </a:lnTo>
                  <a:lnTo>
                    <a:pt x="4041057" y="2212422"/>
                  </a:lnTo>
                  <a:lnTo>
                    <a:pt x="6188549" y="850435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879844" y="3710049"/>
                  </a:lnTo>
                  <a:lnTo>
                    <a:pt x="3955258" y="1699578"/>
                  </a:lnTo>
                  <a:lnTo>
                    <a:pt x="6251952" y="511122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6342901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412490" y="4703145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434436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12490" y="4922601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434436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412490" y="514205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34436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412490" y="5361513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434436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701535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0.634)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701535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0.704)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701535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0.607)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701535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0.663)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059079" y="3867457"/>
                  </a:lnTo>
                  <a:lnTo>
                    <a:pt x="4143172" y="1939964"/>
                  </a:lnTo>
                  <a:lnTo>
                    <a:pt x="6283690" y="637924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1919761" y="3558784"/>
                  </a:lnTo>
                  <a:lnTo>
                    <a:pt x="4066678" y="1547731"/>
                  </a:lnTo>
                  <a:lnTo>
                    <a:pt x="6333280" y="372278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129756" y="4219781"/>
                  </a:lnTo>
                  <a:lnTo>
                    <a:pt x="4183309" y="2322844"/>
                  </a:lnTo>
                  <a:lnTo>
                    <a:pt x="6295905" y="918536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064314" y="3950393"/>
                  </a:lnTo>
                  <a:lnTo>
                    <a:pt x="4187672" y="1938093"/>
                  </a:lnTo>
                  <a:lnTo>
                    <a:pt x="6394213" y="598015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6342901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412490" y="4703145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434436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12490" y="4922601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434436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412490" y="514205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34436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412490" y="5361513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434436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701535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0.629)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701535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0.674)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701535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0.584)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701535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0.623)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30061" y="4071529"/>
                  </a:lnTo>
                  <a:lnTo>
                    <a:pt x="4379698" y="2126625"/>
                  </a:lnTo>
                  <a:lnTo>
                    <a:pt x="6465576" y="721972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150773" y="3261152"/>
                  </a:lnTo>
                  <a:lnTo>
                    <a:pt x="4375153" y="1443944"/>
                  </a:lnTo>
                  <a:lnTo>
                    <a:pt x="6551809" y="309416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23117" y="4189402"/>
                  </a:lnTo>
                  <a:lnTo>
                    <a:pt x="4337150" y="2131536"/>
                  </a:lnTo>
                  <a:lnTo>
                    <a:pt x="6420881" y="780908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17815" y="4071529"/>
                  </a:lnTo>
                  <a:lnTo>
                    <a:pt x="4413535" y="1925258"/>
                  </a:lnTo>
                  <a:lnTo>
                    <a:pt x="6565444" y="559896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6342901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412490" y="4703145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434436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12490" y="4922601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434436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412490" y="514205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34436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412490" y="5361513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434436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701535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0.592)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701535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0.670)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701535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0.588)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701535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0.604)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38998" y="4160697"/>
                  </a:lnTo>
                  <a:lnTo>
                    <a:pt x="4394469" y="2329194"/>
                  </a:lnTo>
                  <a:lnTo>
                    <a:pt x="6477290" y="836121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170225" y="3294715"/>
                  </a:lnTo>
                  <a:lnTo>
                    <a:pt x="4395344" y="1373627"/>
                  </a:lnTo>
                  <a:lnTo>
                    <a:pt x="6565569" y="228937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29495" y="4190559"/>
                  </a:lnTo>
                  <a:lnTo>
                    <a:pt x="4352204" y="2329194"/>
                  </a:lnTo>
                  <a:lnTo>
                    <a:pt x="6431525" y="836121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23118" y="3862083"/>
                  </a:lnTo>
                  <a:lnTo>
                    <a:pt x="4426229" y="1781734"/>
                  </a:lnTo>
                  <a:lnTo>
                    <a:pt x="6575698" y="467829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6342901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412490" y="4703145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434436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12490" y="4922601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434436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412490" y="514205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34436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412490" y="5361513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434436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701535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0.575)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701535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0.673)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701535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0.577)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701535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0.621)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1818" y="5617600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71818" y="403245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1818" y="2447308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1818" y="862162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3464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029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8593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1158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1818" y="6410174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818" y="4825027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71818" y="3239881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818" y="1654735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1818" y="69589"/>
              <a:ext cx="8502592" cy="0"/>
            </a:xfrm>
            <a:custGeom>
              <a:avLst/>
              <a:pathLst>
                <a:path w="8502592" h="0">
                  <a:moveTo>
                    <a:pt x="0" y="0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1818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97466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823114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48762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074410" y="69589"/>
              <a:ext cx="0" cy="6340585"/>
            </a:xfrm>
            <a:custGeom>
              <a:avLst/>
              <a:pathLst>
                <a:path w="0" h="6340585">
                  <a:moveTo>
                    <a:pt x="0" y="63405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37172" y="4323846"/>
                  </a:lnTo>
                  <a:lnTo>
                    <a:pt x="4388353" y="2417974"/>
                  </a:lnTo>
                  <a:lnTo>
                    <a:pt x="6471320" y="902781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157485" y="3431623"/>
                  </a:lnTo>
                  <a:lnTo>
                    <a:pt x="4377762" y="1430723"/>
                  </a:lnTo>
                  <a:lnTo>
                    <a:pt x="6555925" y="395956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28094" y="4360802"/>
                  </a:lnTo>
                  <a:lnTo>
                    <a:pt x="4348005" y="2513004"/>
                  </a:lnTo>
                  <a:lnTo>
                    <a:pt x="6426559" y="960854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2216998" y="3991242"/>
                  </a:lnTo>
                  <a:lnTo>
                    <a:pt x="4416723" y="1974503"/>
                  </a:lnTo>
                  <a:lnTo>
                    <a:pt x="6567525" y="580736"/>
                  </a:lnTo>
                  <a:lnTo>
                    <a:pt x="8502592" y="0"/>
                  </a:ln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1818" y="69589"/>
              <a:ext cx="8502592" cy="6340585"/>
            </a:xfrm>
            <a:custGeom>
              <a:avLst/>
              <a:pathLst>
                <a:path w="8502592" h="6340585">
                  <a:moveTo>
                    <a:pt x="0" y="6340585"/>
                  </a:moveTo>
                  <a:lnTo>
                    <a:pt x="8502592" y="0"/>
                  </a:lnTo>
                  <a:lnTo>
                    <a:pt x="850259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1818" y="69589"/>
              <a:ext cx="8502592" cy="6340585"/>
            </a:xfrm>
            <a:prstGeom prst="rect">
              <a:avLst/>
            </a:prstGeom>
            <a:ln w="1626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260471" y="6363128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471" y="4777981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0471" y="3192835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0471" y="1607689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0471" y="22543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537024" y="6410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7024" y="4825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024" y="32398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024" y="1654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37024" y="695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1818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97466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23114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48762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074410" y="641017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460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573108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0.25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98756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4404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0.75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950052" y="6472804"/>
              <a:ext cx="248716" cy="94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Times New Roman"/>
                  <a:cs typeface="Times New Roman"/>
                </a:rPr>
                <a:t>1.00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334459" y="6632322"/>
              <a:ext cx="977310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1 - specificity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251822" y="3181039"/>
              <a:ext cx="760506" cy="1176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Sensitivity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6342901" y="4633556"/>
              <a:ext cx="2061981" cy="10170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412490" y="4703145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434436" y="481287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412490" y="4922601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434436" y="503232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412490" y="5142057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434436" y="525178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412490" y="5361513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434436" y="547124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701535" y="4762398"/>
              <a:ext cx="1235720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 (AUC = 0.563)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701535" y="4981854"/>
              <a:ext cx="1633758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TyG-ABSI (AUC = 0.660)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701535" y="5201310"/>
              <a:ext cx="1206825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AIP (AUC = 0.558)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701535" y="5420766"/>
              <a:ext cx="1576517" cy="1009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METS-IR (AUC = 0.604)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2026-02-05T14:11:19Z</dcterms:modified>
  <cp:category/>
</cp:coreProperties>
</file>